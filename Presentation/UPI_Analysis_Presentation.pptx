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273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TRANSACTION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&amp; Operational Insights from 100,000+ Digital Payment Transactions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2011680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Project  |  Excel  •  SQL  •  Python  •  Statistics  • 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rapidly growing UPI digital payments platform managing: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10,000 customers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merchants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12,000 registered devices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100,000 transactions analyzed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platform scaled, management needed answers to: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segments at higher fraud risk?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transaction failures occur?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are current fraud controls?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performance be monitored going forward?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5-stage analytics pipeline, each stage validating the one before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400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across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tables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2057400" cy="3291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26080" y="3246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+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130K row ingestion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920240"/>
            <a:ext cx="2057400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6636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66360" y="3246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feature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8660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9480" y="1920240"/>
            <a:ext cx="2057400" cy="3291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06640" y="3246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hypothesis tests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(T-test, ANOVA, χ²)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09760" y="1920240"/>
            <a:ext cx="2057400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64692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4692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46920" y="3246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interactive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was tested end-to-end against the real dataset before moving to the next — no untested code or unverified numbers.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Rooted Devices Are a Critical Fraud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029200" cy="329184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NON-ROOTED DEVICES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058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920240"/>
            <a:ext cx="5029200" cy="3291840"/>
          </a:xfrm>
          <a:prstGeom prst="rect">
            <a:avLst/>
          </a:prstGeom>
          <a:solidFill>
            <a:srgbClr val="60181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5146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20.7%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2179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 —  15x higher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a Chi-square test of independence: χ² = 5,825.1, p &lt; 0.0001, Cramér's V = 0.24 (moderate-to-strong effect). This was the only statistically significant risk factor found across 7 hypothesis tests covering region, device type, merchant category, and payment channel.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325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Are Systemic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7190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 failure rate is nearly uniform across channels, regions, and device types (ANOVA/χ² not significant) — pointing to distributed infrastructure issues, not one fixable bug.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Concentrates in Specific Merchants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907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highest-risk merchants show 7.0%–10.6% fraud rates — up to 5x the 2.0% platform average.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703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but Incomplete Fraud Resolution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09651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 of fraud alerts resolved (avg. 1.46 days) — but 248 alerts (12.4%) remain open and will scale with growth.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892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Explosive Platform Growth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5285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transactions grew from 1 (Oct 2020) to 18,000+ (Jul 2025) — exponential, not linear growth.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health at a glance — 5 core KPIs, growth trend, and the headline fraud finding</a:t>
            </a:r>
            <a:endParaRPr lang="en-US" sz="1300" dirty="0"/>
          </a:p>
        </p:txBody>
      </p:sp>
      <p:pic>
        <p:nvPicPr>
          <p:cNvPr id="4" name="Image 0" descr="dash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" y="1188720"/>
            <a:ext cx="11521779" cy="556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Analyst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view: alert trends, root-cause analysis, and high-risk merchant ranking</a:t>
            </a:r>
            <a:endParaRPr lang="en-US" sz="1300" dirty="0"/>
          </a:p>
        </p:txBody>
      </p:sp>
      <p:pic>
        <p:nvPicPr>
          <p:cNvPr id="4" name="Image 0" descr="dash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" y="1188720"/>
            <a:ext cx="11547179" cy="5559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4846320"/>
          </a:xfrm>
          <a:prstGeom prst="rect">
            <a:avLst/>
          </a:prstGeom>
          <a:solidFill>
            <a:srgbClr val="60181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137160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device root-detection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step-up authentication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up to 93% reduction in rooted-device fraud (from ~656 to ~44 fraudulent transactions in current data)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611880" cy="4846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554480"/>
            <a:ext cx="1371600" cy="365760"/>
          </a:xfrm>
          <a:prstGeom prst="rect">
            <a:avLst/>
          </a:prstGeom>
          <a:solidFill>
            <a:srgbClr val="9FE0E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review of top 10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merchants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4290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meaningfully reduces merchant-driven fraud by bringing 7–10.6% outliers toward the 2.0% platform average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611880" cy="4846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554480"/>
            <a:ext cx="1371600" cy="365760"/>
          </a:xfrm>
          <a:prstGeom prst="rect">
            <a:avLst/>
          </a:prstGeom>
          <a:solidFill>
            <a:srgbClr val="AEB8E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103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Cross-functional transaction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initiative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4290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each 1pt reduction in failure rate recovers ~1,000 transactions per 100K processed, scaling with growth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 is a partial month — not a real activity decline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(48.25%) includes never-active customers in its denominator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device root status was a significant fraud predictor — other factors need richer features to model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~5-year window may not capture longer seasonal cycles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multi-factor device-risk scoring (beyond root status alone)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for infrastructure capacity planning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ownership mapping for failure reasons by team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pilot of step-up authentication before full rollout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011680" cy="41148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akshat Raghav</cp:lastModifiedBy>
  <cp:revision>2</cp:revision>
  <dcterms:created xsi:type="dcterms:W3CDTF">2026-07-18T07:15:35Z</dcterms:created>
  <dcterms:modified xsi:type="dcterms:W3CDTF">2026-07-18T13:57:25Z</dcterms:modified>
</cp:coreProperties>
</file>